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Layer by Layer:</a:t>
            </a:r>
            <a:br/>
            <a:r>
              <a:t>Multistage Bidirectional Reversible Data Hiding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Kumar, Walia &amp; Gupta (EAAI,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One-pass hiding caps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Repeat embedding in stages to accumulate payload.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Bidirectional expansion uses both sides of the peak.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a large payload with minimal distortion.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Guarantee exact recovery of image and data.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Beat the capacity-PSNR trade-off of plain histogram shifting.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2006 histogram shifting: low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Thodi-Rodriguez PEE; Sachnev sorting+prediction.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a refined prediction/embedding strategy.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Predict; expand PE bins both ways.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one bit per innermost-bin pixel.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Repeat over multiple stages.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Fully reversible.</a:t>
            </a:r>
          </a:p>
        </p:txBody>
      </p:sp>
      <p:pic>
        <p:nvPicPr>
          <p:cNvPr id="5" name="Picture 4" descr="fig_mar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25443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Predict each pixel from neighbours.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Form the prediction-error histogram.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Expand innermost bins to embed; shift the rest.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Reverse to recover image +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 = pixel - prediction.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at e in {0,-1}: e' = e +/- b; shift |e|&gt;=1 outward.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Capacity = count of innermost-bin errors; PSNR falls as levels grow.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8 USC-SIPI 512x512 grayscale images, embedding levels 1..3.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Metrics: payload (bpp), PSNR, SSIM, exact reversibility.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Capacity grows with stages.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PSNR falls gracefully.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All runs bit-exact reversible.</a:t>
            </a:r>
          </a:p>
        </p:txBody>
      </p:sp>
      <p:pic>
        <p:nvPicPr>
          <p:cNvPr id="5" name="Picture 4" descr="fig_capacity_distor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32561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High, tunable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Simple stages.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Predictor/schedule approximated.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Image-dependent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PSNR cost per stage.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Adaptive predictors.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Stage-count selection.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Larger corpora.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a high-capacity prediction-error RDH core.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Confirmed literature-consistent capacity-PSNR and exact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Kumar et al. Bidirectional Multistage RDH. EAAI 156, 2025.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Sachnev et al. Sorting+Prediction. IEEE TCSVT 19(7), 2009.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et al. RDH. IEEE TCSVT 16(3), 2006.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